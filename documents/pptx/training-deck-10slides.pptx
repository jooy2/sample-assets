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of 10. Fictional workshop, fictional 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of 10. Roughly twenty minutes, including the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of 10. Roughly twenty minutes, including the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of 10. Roughly twenty minutes, including the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of 10. Roughly twenty minutes, including the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of 10. Roughly twenty minutes, including the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of 10. Roughly twenty minutes, including the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of 10. Roughly twenty minutes, including the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of 10. Roughly twenty minutes, including the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of 10. Hand out the manual and close 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Build caching in an afternoon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Half-day workshop · Ashvale · 24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What a cache promises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same inputs give the same output.</a:t>
            </a:r>
          </a:p>
          <a:p>
            <a:pPr>
              <a:defRPr sz="2000"/>
            </a:pPr>
            <a:r>
              <a:t>An incorrect hit is worse than no cache at all.</a:t>
            </a:r>
          </a:p>
          <a:p>
            <a:pPr>
              <a:defRPr sz="2000"/>
            </a:pPr>
            <a:r>
              <a:t>Correctness first, hit rate second.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Declaring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Globs describe what a task reads.</a:t>
            </a:r>
          </a:p>
          <a:p>
            <a:pPr>
              <a:defRPr sz="2000"/>
            </a:pPr>
            <a:r>
              <a:t>An undeclared input is a bug in waiting.</a:t>
            </a:r>
          </a:p>
          <a:p>
            <a:pPr>
              <a:defRPr sz="2000"/>
            </a:pPr>
            <a:r>
              <a:t>Exclude generated files, or declare them properly.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Declaring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Outputs are what gets restored on a hit.</a:t>
            </a:r>
          </a:p>
          <a:p>
            <a:pPr>
              <a:defRPr sz="2000"/>
            </a:pPr>
            <a:r>
              <a:t>A task that writes outside its outputs cannot be cached.</a:t>
            </a:r>
          </a:p>
          <a:p>
            <a:pPr>
              <a:defRPr sz="2000"/>
            </a:pPr>
            <a:r>
              <a:t>Directories count as outputs; list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Content, command, and toolchain.</a:t>
            </a:r>
          </a:p>
          <a:p>
            <a:pPr>
              <a:defRPr sz="2000"/>
            </a:pPr>
            <a:r>
              <a:t>Never the timestamp.</a:t>
            </a:r>
          </a:p>
          <a:p>
            <a:pPr>
              <a:defRPr sz="2000"/>
            </a:pPr>
            <a:r>
              <a:t>Print the key before tuning anything.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Local and shared stores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Local first, shared second, build last.</a:t>
            </a:r>
          </a:p>
          <a:p>
            <a:pPr>
              <a:defRPr sz="2000"/>
            </a:pPr>
            <a:r>
              <a:t>Writes from trusted runners only.</a:t>
            </a:r>
          </a:p>
          <a:p>
            <a:pPr>
              <a:defRPr sz="2000"/>
            </a:pPr>
            <a:r>
              <a:t>Eviction is a policy, not an accident.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Watch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Re-runs on a change to a declared input.</a:t>
            </a:r>
          </a:p>
          <a:p>
            <a:pPr>
              <a:defRPr sz="2000"/>
            </a:pPr>
            <a:r>
              <a:t>Debounced, and cancels a run in progress.</a:t>
            </a:r>
          </a:p>
          <a:p>
            <a:pPr>
              <a:defRPr sz="2000"/>
            </a:pPr>
            <a:r>
              <a:t>Undeclared inputs are invisible to it, by design.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Diagnosing a miss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Compare keys across two runs.</a:t>
            </a:r>
          </a:p>
          <a:p>
            <a:pPr>
              <a:defRPr sz="2000"/>
            </a:pPr>
            <a:r>
              <a:t>Then compare across two machines.</a:t>
            </a:r>
          </a:p>
          <a:p>
            <a:pPr>
              <a:defRPr sz="2000"/>
            </a:pPr>
            <a:r>
              <a:t>Only then look at the store.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Break a key on purpose, then find it.</a:t>
            </a:r>
          </a:p>
          <a:p>
            <a:pPr>
              <a:defRPr sz="2000"/>
            </a:pPr>
            <a:r>
              <a:t>Add an undeclared input and watch it lie.</a:t>
            </a:r>
          </a:p>
          <a:p>
            <a:pPr>
              <a:defRPr sz="2000"/>
            </a:pPr>
            <a:r>
              <a:t>Instrument a store miss counter.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to go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manual, chapters 5 and 7</a:t>
            </a:r>
          </a:p>
          <a:p>
            <a:pPr>
              <a:defRPr sz="2000"/>
            </a:pPr>
            <a:r>
              <a:t>The caching article on the journal</a:t>
            </a:r>
          </a:p>
          <a:p>
            <a:pPr>
              <a:defRPr sz="2000"/>
            </a:pPr>
            <a:r>
              <a:t>Office hours, Thursdays at 15:00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470"/>
                </a:solidFill>
              </a:defRPr>
            </a:pPr>
            <a:r>
              <a:t>A fictional training deck, ten slides long as its name says.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Training: build caching in an afternoon</dc:title>
  <dc:subject>Sample ten-slide training deck</dc:subject>
  <dc:creator>sample-assets</dc:creator>
  <cp:keywords/>
  <dc:description>Fictional sample deck from the sample-assets repository.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