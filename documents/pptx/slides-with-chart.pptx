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318</c:v>
                </c:pt>
                <c:pt idx="1">
                  <c:v>344</c:v>
                </c:pt>
                <c:pt idx="2">
                  <c:v>372</c:v>
                </c:pt>
                <c:pt idx="3">
                  <c:v>401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412</c:v>
                </c:pt>
                <c:pt idx="1">
                  <c:v>455</c:v>
                </c:pt>
                <c:pt idx="2">
                  <c:v>398</c:v>
                </c:pt>
                <c:pt idx="3">
                  <c:v>501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Cache hits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0.22</c:v>
                </c:pt>
                <c:pt idx="1">
                  <c:v>0.31</c:v>
                </c:pt>
                <c:pt idx="2">
                  <c:v>0.44</c:v>
                </c:pt>
                <c:pt idx="3">
                  <c:v>0.58</c:v>
                </c:pt>
                <c:pt idx="4">
                  <c:v>0.66</c:v>
                </c:pt>
                <c:pt idx="5">
                  <c:v>0.71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Store misses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0.18</c:v>
                </c:pt>
                <c:pt idx="1">
                  <c:v>0.16</c:v>
                </c:pt>
                <c:pt idx="2">
                  <c:v>0.11</c:v>
                </c:pt>
                <c:pt idx="3">
                  <c:v>0.09</c:v>
                </c:pt>
                <c:pt idx="4">
                  <c:v>0.07</c:v>
                </c:pt>
                <c:pt idx="5">
                  <c:v>0.06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Stock value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Kitchen</c:v>
                </c:pt>
                <c:pt idx="1">
                  <c:v>Garden</c:v>
                </c:pt>
                <c:pt idx="2">
                  <c:v>Workshop</c:v>
                </c:pt>
                <c:pt idx="3">
                  <c:v>Outdoor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5842</c:v>
                </c:pt>
                <c:pt idx="1">
                  <c:v>3120</c:v>
                </c:pt>
                <c:pt idx="2">
                  <c:v>2455</c:v>
                </c:pt>
                <c:pt idx="3">
                  <c:v>4198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</c:v>
                </c:pt>
                <c:pt idx="1">
                  <c:v>190</c:v>
                </c:pt>
                <c:pt idx="2">
                  <c:v>60</c:v>
                </c:pt>
                <c:pt idx="3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Consultancy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110</c:v>
                </c:pt>
                <c:pt idx="1">
                  <c:v>78</c:v>
                </c:pt>
                <c:pt idx="2">
                  <c:v>26</c:v>
                </c:pt>
                <c:pt idx="3">
                  <c:v>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Support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65</c:v>
                </c:pt>
                <c:pt idx="1">
                  <c:v>33</c:v>
                </c:pt>
                <c:pt idx="2">
                  <c:v>12</c:v>
                </c:pt>
                <c:pt idx="3">
                  <c:v>9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Build time against input size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Sheet1!$A$2:$A$10</c:f>
              <c:numCache>
                <c:formatCode>General</c:formatCode>
                <c:ptCount val="9"/>
                <c:pt idx="0">
                  <c:v>1.2</c:v>
                </c:pt>
                <c:pt idx="1">
                  <c:v>2.0</c:v>
                </c:pt>
                <c:pt idx="2">
                  <c:v>3.4</c:v>
                </c:pt>
                <c:pt idx="3">
                  <c:v>4.1</c:v>
                </c:pt>
                <c:pt idx="4">
                  <c:v>5.5</c:v>
                </c:pt>
                <c:pt idx="5">
                  <c:v>6.2</c:v>
                </c:pt>
                <c:pt idx="6">
                  <c:v>7.8</c:v>
                </c:pt>
                <c:pt idx="7">
                  <c:v>8.4</c:v>
                </c:pt>
                <c:pt idx="8">
                  <c:v>9.9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3.1</c:v>
                </c:pt>
                <c:pt idx="1">
                  <c:v>4.4</c:v>
                </c:pt>
                <c:pt idx="2">
                  <c:v>6.0</c:v>
                </c:pt>
                <c:pt idx="3">
                  <c:v>7.8</c:v>
                </c:pt>
                <c:pt idx="4">
                  <c:v>9.1</c:v>
                </c:pt>
                <c:pt idx="5">
                  <c:v>11.4</c:v>
                </c:pt>
                <c:pt idx="6">
                  <c:v>12.0</c:v>
                </c:pt>
                <c:pt idx="7">
                  <c:v>15.2</c:v>
                </c:pt>
                <c:pt idx="8">
                  <c:v>16.1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Chart types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One native PowerPoint chart per slide, on invented figures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Clustered columns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645920"/>
          <a:ext cx="94183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Lines over time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645920"/>
          <a:ext cx="94183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pie, used sparingly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926080" y="1554480"/>
          <a:ext cx="63093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Stacked bars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645920"/>
          <a:ext cx="94183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scatter, for correlation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645920"/>
          <a:ext cx="94183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470"/>
                </a:solidFill>
              </a:defRPr>
            </a:pPr>
            <a:r>
              <a:t>Every series here is invented, and none of it measures anything.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types</dc:title>
  <dc:subject>Sample deck with one native chart per slide</dc:subject>
  <dc:creator>sample-assets</dc:creator>
  <cp:keywords/>
  <dc:description>Fictional sample deck from the sample-assets repository.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