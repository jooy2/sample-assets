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North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 (est.)</c:v>
                </c:pt>
                <c:pt idx="3">
                  <c:v>Q4 (est.)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412</c:v>
                </c:pt>
                <c:pt idx="1">
                  <c:v>455</c:v>
                </c:pt>
                <c:pt idx="2">
                  <c:v>398</c:v>
                </c:pt>
                <c:pt idx="3">
                  <c:v>501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South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 (est.)</c:v>
                </c:pt>
                <c:pt idx="3">
                  <c:v>Q4 (est.)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288</c:v>
                </c:pt>
                <c:pt idx="1">
                  <c:v>301</c:v>
                </c:pt>
                <c:pt idx="2">
                  <c:v>344</c:v>
                </c:pt>
                <c:pt idx="3">
                  <c:v>362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East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 (est.)</c:v>
                </c:pt>
                <c:pt idx="3">
                  <c:v>Q4 (est.)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120</c:v>
                </c:pt>
                <c:pt idx="1">
                  <c:v>98</c:v>
                </c:pt>
                <c:pt idx="2">
                  <c:v>176</c:v>
                </c:pt>
                <c:pt idx="3">
                  <c:v>204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West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 (est.)</c:v>
                </c:pt>
                <c:pt idx="3">
                  <c:v>Q4 (est.)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75</c:v>
                </c:pt>
                <c:pt idx="1">
                  <c:v>84</c:v>
                </c:pt>
                <c:pt idx="2">
                  <c:v>84</c:v>
                </c:pt>
                <c:pt idx="3">
                  <c:v>91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skip past the East number; finance will ask.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Quarterly review — Q2 2026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Platform group · Dana Whitfield · 3 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Revenue against plan</a:t>
            </a:r>
          </a:p>
          <a:p>
            <a:pPr>
              <a:defRPr sz="2000"/>
            </a:pPr>
            <a:r>
              <a:t>Service levels</a:t>
            </a:r>
          </a:p>
          <a:p>
            <a:pPr>
              <a:defRPr sz="2000"/>
            </a:pPr>
            <a:r>
              <a:t>What went wrong</a:t>
            </a:r>
          </a:p>
          <a:p>
            <a:pPr>
              <a:defRPr sz="2000"/>
            </a:pPr>
            <a:r>
              <a:t>What we are doing about it</a:t>
            </a:r>
          </a:p>
          <a:p>
            <a:pPr>
              <a:defRPr sz="2000"/>
            </a:pPr>
            <a:r>
              <a:t>Asks for Q3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Revenue by region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097280" y="1737360"/>
          <a:ext cx="996696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3392"/>
                <a:gridCol w="1993392"/>
                <a:gridCol w="1993392"/>
                <a:gridCol w="1993392"/>
                <a:gridCol w="1993392"/>
              </a:tblGrid>
              <a:tr h="518160"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Q1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Q2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Change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Against plan</a:t>
                      </a:r>
                    </a:p>
                  </a:txBody>
                  <a:tcPr/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North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412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455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+10.4%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+3%</a:t>
                      </a:r>
                    </a:p>
                  </a:txBody>
                  <a:tcPr/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South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288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301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+4.5%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-1%</a:t>
                      </a:r>
                    </a:p>
                  </a:txBody>
                  <a:tcPr/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East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-18.3%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-22%</a:t>
                      </a:r>
                    </a:p>
                  </a:txBody>
                  <a:tcPr/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West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+12.0%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+6%</a:t>
                      </a:r>
                    </a:p>
                  </a:txBody>
                  <a:tcPr/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895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938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+4.8%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-2%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617220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C6470"/>
                </a:solidFill>
              </a:defRPr>
            </a:pPr>
            <a:r>
              <a:t>Thousands of invented units.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Revenue, four quarters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097280" y="1645920"/>
          <a:ext cx="996696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went wrong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The import pipeline missed its 98% target for the second quarter running.</a:t>
            </a:r>
          </a:p>
          <a:p>
            <a:pPr lvl="1">
              <a:defRPr sz="1800"/>
            </a:pPr>
            <a:r>
              <a:t>Per-record validation, cost grows with file size, not with changes</a:t>
            </a:r>
          </a:p>
          <a:p>
            <a:pPr lvl="1">
              <a:defRPr sz="1800"/>
            </a:pPr>
            <a:r>
              <a:t>42 minutes nightly, against 19 in April</a:t>
            </a:r>
          </a:p>
          <a:p>
            <a:pPr>
              <a:defRPr sz="2000"/>
            </a:pPr>
            <a:r>
              <a:t>The East region lost one customer and did not replace them.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we are doing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Batched validation, merged behind a flag and off by default</a:t>
            </a:r>
          </a:p>
          <a:p>
            <a:pPr>
              <a:defRPr sz="2000"/>
            </a:pPr>
            <a:r>
              <a:t>A week of throughput measurements before the flag flips</a:t>
            </a:r>
          </a:p>
          <a:p>
            <a:pPr>
              <a:defRPr sz="2000"/>
            </a:pPr>
            <a:r>
              <a:t>A miss counter that tells eviction apart from a bad key</a:t>
            </a:r>
          </a:p>
          <a:p>
            <a:pPr>
              <a:defRPr sz="2000"/>
            </a:pPr>
            <a:r>
              <a:t>No further pipeline work until those numbers arrive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Asks for Q3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One engineer, six weeks, for the regional cache</a:t>
            </a:r>
          </a:p>
          <a:p>
            <a:pPr>
              <a:defRPr sz="2000"/>
            </a:pPr>
            <a:r>
              <a:t>A decision on the audit log by the end of July</a:t>
            </a:r>
          </a:p>
          <a:p>
            <a:pPr>
              <a:defRPr sz="2000"/>
            </a:pPr>
            <a:r>
              <a:t>Sign-off on the pilot ending, or a reason to extend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17220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C6470"/>
                </a:solidFill>
              </a:defRPr>
            </a:pPr>
            <a:r>
              <a:t>Sample deck. The company, the figures, and the people are invented.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Quarterly review, Q2 2026</dc:title>
  <dc:subject>Sample quarterly review deck</dc:subject>
  <dc:creator>sample-assets</dc:creator>
  <cp:keywords/>
  <dc:description>Fictional sample deck from the sample-assets repository.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