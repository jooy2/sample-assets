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Everything in this deck is fictional sample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Offer to walk through the manual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Vantabrook Ltd.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Company overview · August 2026 · An invented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shared cache, four commands, no daemon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one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 build Kestrel, a task runner that skips work it has already done.</a:t>
            </a:r>
          </a:p>
          <a:p>
            <a:pPr>
              <a:defRPr sz="2000"/>
            </a:pPr>
            <a:r>
              <a:t>Teams point it at a repository and stop rebuilding what has not changed.</a:t>
            </a:r>
          </a:p>
          <a:p>
            <a:pPr lvl="1">
              <a:defRPr sz="1800"/>
            </a:pPr>
            <a:r>
              <a:t>Content-addressed cache, shared across machines and runners</a:t>
            </a:r>
          </a:p>
          <a:p>
            <a:pPr lvl="1">
              <a:defRPr sz="1800"/>
            </a:pPr>
            <a:r>
              <a:t>Four commands: run, graph, clean, watch</a:t>
            </a:r>
          </a:p>
          <a:p>
            <a:pPr lvl="1">
              <a:defRPr sz="1800"/>
            </a:pPr>
            <a:r>
              <a:t>No daemon, no agent, no background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/>
            </a:pPr>
            <a:r>
              <a:t>Before</a:t>
            </a:r>
          </a:p>
          <a:p>
            <a:pPr lvl="1">
              <a:defRPr sz="1800"/>
            </a:pPr>
            <a:r>
              <a:t>Median CI run: 26 minutes</a:t>
            </a:r>
          </a:p>
          <a:p>
            <a:pPr lvl="1">
              <a:defRPr sz="1800"/>
            </a:pPr>
            <a:r>
              <a:t>Two thirds of it repeated work</a:t>
            </a:r>
          </a:p>
          <a:p>
            <a:pPr lvl="1">
              <a:defRPr sz="1800"/>
            </a:pPr>
            <a:r>
              <a:t>Cache misses after every merge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000"/>
            </a:pPr>
            <a:r>
              <a:t>After</a:t>
            </a:r>
          </a:p>
          <a:p>
            <a:pPr lvl="1">
              <a:defRPr sz="1800"/>
            </a:pPr>
            <a:r>
              <a:t>Median CI run: 9 minutes</a:t>
            </a:r>
          </a:p>
          <a:p>
            <a:pPr lvl="1">
              <a:defRPr sz="1800"/>
            </a:pPr>
            <a:r>
              <a:t>Hit rate of 71% across teams</a:t>
            </a:r>
          </a:p>
          <a:p>
            <a:pPr lvl="1">
              <a:defRPr sz="1800"/>
            </a:pPr>
            <a:r>
              <a:t>A miss is now traceable to a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470"/>
                </a:solidFill>
              </a:defRPr>
            </a:pPr>
            <a:r>
              <a:t>Invented figures, shown to give the layout something to 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828800"/>
          <a:ext cx="9966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2026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Teams using Kestrel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Cache hit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Median CI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Runner spend, indexed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470"/>
                </a:solidFill>
              </a:defRPr>
            </a:pPr>
            <a:r>
              <a:t>Fictional figures for a fictional company.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 going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Remote cache in three regions, closer to the runners</a:t>
            </a:r>
          </a:p>
          <a:p>
            <a:pPr>
              <a:defRPr sz="2000"/>
            </a:pPr>
            <a:r>
              <a:t>A miss counter that separates eviction from a bad key</a:t>
            </a:r>
          </a:p>
          <a:p>
            <a:pPr>
              <a:defRPr sz="2000"/>
            </a:pPr>
            <a:r>
              <a:t>Watch mode that survives a branch switch</a:t>
            </a:r>
          </a:p>
          <a:p>
            <a:pPr>
              <a:defRPr sz="2000"/>
            </a:pPr>
            <a:r>
              <a:t>An audit log for teams that need 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hello@example.com · example.com/kestrel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Vantabrook — company overview</dc:title>
  <dc:subject>Sample company overview deck</dc:subject>
  <dc:creator>sample-assets</dc:creator>
  <cp:keywords/>
  <dc:description>Fictional sample deck from the sample-assets repository.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