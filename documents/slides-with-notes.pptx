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Timing: 20 minutes plus 5 for questions.</a:t>
            </a:r>
          </a:p>
          <a:p/>
          <a:p>
            <a:r>
              <a:t>Open by asking who has had a build cache return a wrong answer. Usually two or three hands. Say that this talk is about why that happens and what it costs to prevent.</a:t>
            </a:r>
          </a:p>
          <a:p/>
          <a:p>
            <a:r>
              <a:t>Do not start the demo yet. The room is still settling.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promise framing is the spine of the talk; come back to it three times.</a:t>
            </a:r>
          </a:p>
          <a:p/>
          <a:p>
            <a:r>
              <a:t>Anecdote: the release built from a cached artefact whose compiler had been upgraded underneath it. Two days to find. Keep it to ninety seconds, and do not name the team — this is an invented story anyway.</a:t>
            </a:r>
          </a:p>
          <a:p/>
          <a:p>
            <a:r>
              <a:t>Transition: 'So what goes into the promise?'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Spend the most time here — this is the slide people photograph.</a:t>
            </a:r>
          </a:p>
          <a:p/>
          <a:p>
            <a:r>
              <a:t>If asked about the environment: yes, hashing it costs hit rate, and that is the trade. A correct miss beats an incorrect hit.</a:t>
            </a:r>
          </a:p>
          <a:p/>
          <a:p>
            <a:r>
              <a:t>Watch the clock: you should be at minute 9 leaving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table left to right, one row at a time. Do not editorialise; the rows do the work.</a:t>
            </a:r>
          </a:p>
          <a:p/>
          <a:p>
            <a:r>
              <a:t>The third row is the one nobody instruments. If there is one thing they take home, make it that.</a:t>
            </a:r>
          </a:p>
          <a:p/>
          <a:p>
            <a:r>
              <a:t>Questions usually start here. Leave two minutes.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promise framing.</a:t>
            </a:r>
          </a:p>
          <a:p/>
          <a:p>
            <a:r>
              <a:t>Do not offer the slides; offer the manual chapter instead, it is better written.</a:t>
            </a:r>
          </a:p>
          <a:p/>
          <a:p>
            <a:r>
              <a:t>If time is short, cut the fourth bullet on the previous slide, not this slide. This is the one they remember.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Caching without lying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 twenty-minute talk · Marcus Oyelaran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cache is a promise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Given the same inputs, the output is the same.</a:t>
            </a:r>
          </a:p>
          <a:p>
            <a:pPr>
              <a:defRPr sz="2000"/>
            </a:pPr>
            <a:r>
              <a:t>Every incorrect hit is a broken promise.</a:t>
            </a:r>
          </a:p>
          <a:p>
            <a:pPr>
              <a:defRPr sz="2000"/>
            </a:pPr>
            <a:r>
              <a:t>The cost of breaking it is paid later, by someone else.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belongs in the key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The contents of every declared input</a:t>
            </a:r>
          </a:p>
          <a:p>
            <a:pPr>
              <a:defRPr sz="2000"/>
            </a:pPr>
            <a:r>
              <a:t>The command, after variable expansion</a:t>
            </a:r>
          </a:p>
          <a:p>
            <a:pPr>
              <a:defRPr sz="2000"/>
            </a:pPr>
            <a:r>
              <a:t>The compiler, the interpreter, the toolchain version</a:t>
            </a:r>
          </a:p>
          <a:p>
            <a:pPr lvl="1">
              <a:defRPr sz="1800"/>
            </a:pPr>
            <a:r>
              <a:t>Not the timestamp. Never the timestamp.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Four ways a key goes wrong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737360"/>
          <a:ext cx="10515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585216"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Symptom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Cause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 b="1"/>
                      </a:pPr>
                      <a:r>
                        <a:t>Fix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Differs between identical checkouts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A generated 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Declare it, or exclude it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Differs only across machines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The environment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Hash it deliberately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Matches, no entry found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Eviction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Count store misses separately</a:t>
                      </a:r>
                    </a:p>
                  </a:txBody>
                  <a:tcPr/>
                </a:tc>
              </a:tr>
              <a:tr h="585216"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Differs after any commit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The input set is the repository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 b="0"/>
                      </a:pPr>
                      <a:r>
                        <a:t>Split the task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to take away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Print the key before you tune anything.</a:t>
            </a:r>
          </a:p>
          <a:p>
            <a:pPr>
              <a:defRPr sz="2000"/>
            </a:pPr>
            <a:r>
              <a:t>Count store misses apart from key mismatches.</a:t>
            </a:r>
          </a:p>
          <a:p>
            <a:pPr>
              <a:defRPr sz="2000"/>
            </a:pPr>
            <a:r>
              <a:t>Prefer a correct miss to a fast lie.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172200"/>
            <a:ext cx="110944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5C6470"/>
                </a:solidFill>
              </a:defRPr>
            </a:pPr>
            <a:r>
              <a:t>The speaker notes on each slide are the point of this sample.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Talk: caching without lying</dc:title>
  <dc:subject>Sample deck whose value is in the speaker notes</dc:subject>
  <dc:creator>sample-assets</dc:creator>
  <cp:keywords/>
  <dc:description>Fictional sample deck from the sample-assets repository.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